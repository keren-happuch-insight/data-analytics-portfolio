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65" r:id="rId14"/>
    <p:sldId id="268" r:id="rId15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F2D1-948D-1274-81E8-3706355AC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E5A55-C6BB-2A6F-BA87-1DF112887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8D540-D992-2FC8-9118-A22E4FCB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A36B1-5AE3-0580-97F0-717DBC01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DF15-7ADA-6075-C515-40CD0A27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183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6763-FB63-DE68-2E6A-63761884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88DF-5AB7-8026-F462-51F5F464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DF30F-229B-BA60-39C1-0C06FFEE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35B56-1E8D-823C-A6A9-CA67BBB1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B4AB-59B6-F51A-32CD-B7291425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9144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31DC-6703-BD9A-DD4D-D0686DA0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4AC2F-8034-1115-1938-48FF8C98D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4D91F-0A3F-1733-5F9F-5215684E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63BCC-A2C1-2AB5-3ED1-6A303039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13ADA-188C-9BB7-AD01-C645692C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944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3397-4CCE-C30D-3010-CFCE46CB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CA50-7DA4-45B7-E35F-C741233DF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AE46E-F1E4-5C9F-A95D-BE96B9636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2632-CEA3-B4B7-37DE-BE972FFD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DBD2E-9C6F-F0F0-9202-12EE2239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45947-FFAC-E848-BFF7-9FEFD9FF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4795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EFAD-FFC3-3D03-F784-199302DA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5F62B-14F1-A44D-BAC6-9243AA1A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1FDD8-C5D5-B847-77AD-C3A8314C8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E4D3F-8CC6-6B58-2477-6E9985CA0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9E898-1613-E72B-3CE0-DDA09A61E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D8A1D-D4B7-855A-C82A-BC260872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0F98A-1947-2892-DFF4-B02A6430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CBFE1-AF99-8AAD-9A15-1C96931F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6168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F5C1-41C8-1A39-A2CA-BC5DF423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8727F-D56C-0340-422F-CE5603AD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5F5FA-A49A-3EEC-B3B4-9591B6C0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DBC67-4795-C5E3-EB63-9A29BAB8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164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6F84B6-71EF-7BF0-09D0-7ED08F41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05817-1C50-EA83-A63F-EA66B8EA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03EB5-B6DC-34A8-E442-38CF3FB8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4451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93D9-FCB7-35F8-4295-F642146C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80C9-57AA-2547-23DD-1C6F7B2A3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CE651-6063-0568-C4C1-9F2F0F06E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AA7B7-3405-5F7F-9906-7C899A2A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462D8-0FBE-20BA-FC44-3D4A54FC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1BBA6-2186-A51F-C368-67990667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8070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3B82-CAD4-4D18-EE45-34326A8D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B4A77-D042-5A4E-F799-5019F43B4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E322F-1CE7-1A18-E162-374E9E73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716C0-5A02-09A9-4AEA-C9A4ED88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259B8-9D81-EEA2-DBDF-021513FD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0466C-3A94-6C20-C504-AEB162AA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567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C19B-DB8A-E41F-F82D-DB1D06A8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3E59C-6FDE-F17A-0FDB-1C137F28C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3D752-DD69-196F-3740-A16B8F07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9B79C-2BE9-0DAE-4071-F3CC5C85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4768-E4E0-F770-C543-A8CA96B7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5882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4002D-8E37-C8DF-21ED-5DC4FA4D4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FCE1E-A9AB-C856-8C63-5E8522C0E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6DA0-AF4C-9DDF-394A-D8955587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422CC-C070-ACF0-D1AB-ADEDDA02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15226-58F3-6EE7-84DE-3FF7F347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2859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6EA63-E5E5-C80A-9788-ACF8C642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8ED24-3311-87DD-4EE8-D6EF9D38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87CF-28A0-AD1B-A35F-C36E9F837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35FF4-6186-4820-BA2A-6201B1D51D1B}" type="datetimeFigureOut">
              <a:rPr lang="en-NG" smtClean="0"/>
              <a:t>07/05/2026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9E0E7-85F8-8DAA-B960-7920B4C5D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0670-4649-D964-5BA9-A20AE70A6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94748-31BC-49A2-91F4-F4B9F43280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0760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ABD1-E273-D10C-BBB5-5AE984A3F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TripLens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Countries Explorer Dashboard</a:t>
            </a:r>
            <a:endParaRPr lang="en-NG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01F0B-405F-D5A7-603C-3D373B39C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Travel &amp; Tourism Analytics Project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Prepared by: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LOVETH ILEN</a:t>
            </a:r>
            <a:endParaRPr lang="en-NG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67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1386C-BC99-F22B-FD4F-1BB5A1389D93}"/>
              </a:ext>
            </a:extLst>
          </p:cNvPr>
          <p:cNvSpPr txBox="1"/>
          <p:nvPr/>
        </p:nvSpPr>
        <p:spPr>
          <a:xfrm>
            <a:off x="1406013" y="623690"/>
            <a:ext cx="781664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TripLens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Global is a tourism and travel company focused on helping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travellers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access reliable country information in one centralized platform.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project was designed to provide users with key travel insights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Currency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Languages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Time zones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Neighboring countries 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dashboard improves travel planning by transforming raw country data into interactive and easy-to-understand visual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1192F-4AB8-4271-F43C-2A268FBA5677}"/>
              </a:ext>
            </a:extLst>
          </p:cNvPr>
          <p:cNvSpPr txBox="1"/>
          <p:nvPr/>
        </p:nvSpPr>
        <p:spPr>
          <a:xfrm>
            <a:off x="1327355" y="1004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Business Overview</a:t>
            </a:r>
          </a:p>
        </p:txBody>
      </p:sp>
    </p:spTree>
    <p:extLst>
      <p:ext uri="{BB962C8B-B14F-4D97-AF65-F5344CB8AC3E}">
        <p14:creationId xmlns:p14="http://schemas.microsoft.com/office/powerpoint/2010/main" val="330604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FFA0A1-5960-FACD-E634-3EBBEDA6345C}"/>
              </a:ext>
            </a:extLst>
          </p:cNvPr>
          <p:cNvSpPr txBox="1"/>
          <p:nvPr/>
        </p:nvSpPr>
        <p:spPr>
          <a:xfrm>
            <a:off x="2753032" y="1889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Problem Statement</a:t>
            </a:r>
            <a:endParaRPr lang="en-NG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507F8-FFCC-A8E5-CADB-9CAFD4B19C9D}"/>
              </a:ext>
            </a:extLst>
          </p:cNvPr>
          <p:cNvSpPr txBox="1"/>
          <p:nvPr/>
        </p:nvSpPr>
        <p:spPr>
          <a:xfrm>
            <a:off x="1691148" y="112607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Travel information is often scattered across multiple platforms, making it difficult for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travellers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to quickly compare countries and make informed decisions.</a:t>
            </a:r>
          </a:p>
          <a:p>
            <a:pPr>
              <a:buNone/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TripLens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Global needed a centralized analytics solution that could: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Integrate country data from multiple 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Present information clearly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Support quick comparisons between countries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Improve accessibility of travel insights</a:t>
            </a:r>
          </a:p>
        </p:txBody>
      </p:sp>
    </p:spTree>
    <p:extLst>
      <p:ext uri="{BB962C8B-B14F-4D97-AF65-F5344CB8AC3E}">
        <p14:creationId xmlns:p14="http://schemas.microsoft.com/office/powerpoint/2010/main" val="325479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B1883-1D45-F976-C7DB-11811885339F}"/>
              </a:ext>
            </a:extLst>
          </p:cNvPr>
          <p:cNvSpPr txBox="1"/>
          <p:nvPr/>
        </p:nvSpPr>
        <p:spPr>
          <a:xfrm>
            <a:off x="2104103" y="102605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aim of this project was to design an interactive Power BI dashboard that provides comprehensive country-level travel insights.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dashboard helps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Explore countries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Analyze population and area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Compare currencies and languages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Understand global travel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Access country information quickly and interactively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CB07-F6F2-ED1E-9ECD-9F25CCA333DB}"/>
              </a:ext>
            </a:extLst>
          </p:cNvPr>
          <p:cNvSpPr txBox="1"/>
          <p:nvPr/>
        </p:nvSpPr>
        <p:spPr>
          <a:xfrm>
            <a:off x="3362633" y="120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Aim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16640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93A3A-64CD-DC80-D900-0D5B6DA99365}"/>
              </a:ext>
            </a:extLst>
          </p:cNvPr>
          <p:cNvSpPr txBox="1"/>
          <p:nvPr/>
        </p:nvSpPr>
        <p:spPr>
          <a:xfrm>
            <a:off x="648929" y="216659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dashboards were designed around important country-level metrics, including: 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Total Population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Number of Countries Tracked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Density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Total Area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Regional Population Distribution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Language Diversity 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Currency Distribution 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These KPIs help users understand demographic and regional patterns across countries.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50C20-0AE3-C182-3239-E12465419FD5}"/>
              </a:ext>
            </a:extLst>
          </p:cNvPr>
          <p:cNvSpPr txBox="1"/>
          <p:nvPr/>
        </p:nvSpPr>
        <p:spPr>
          <a:xfrm>
            <a:off x="2320413" y="14878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Key Performance Indicators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2FA30-0E74-19EC-F8C2-9B9513822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0" y="672003"/>
            <a:ext cx="11784070" cy="149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8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93A9C-CA65-9B69-9320-1B5A14181EC1}"/>
              </a:ext>
            </a:extLst>
          </p:cNvPr>
          <p:cNvSpPr txBox="1"/>
          <p:nvPr/>
        </p:nvSpPr>
        <p:spPr>
          <a:xfrm>
            <a:off x="3136491" y="7097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Data 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05424-AD78-F835-58B7-B077D91C9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594193"/>
            <a:ext cx="7266039" cy="6052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2C9EBE-0458-4212-4D3B-32E3E9C85AE5}"/>
              </a:ext>
            </a:extLst>
          </p:cNvPr>
          <p:cNvSpPr txBox="1"/>
          <p:nvPr/>
        </p:nvSpPr>
        <p:spPr>
          <a:xfrm>
            <a:off x="7747820" y="594193"/>
            <a:ext cx="40508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Tables Used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FACT_TABLE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REGION_DIM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LANGUAGE_DIM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CURRENCIES_DIM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Modeling Approach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 star-schema model was implemented using COUNTRY_NAME relationships to support: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filtering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drill-through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interactive analysis</a:t>
            </a:r>
          </a:p>
        </p:txBody>
      </p:sp>
    </p:spTree>
    <p:extLst>
      <p:ext uri="{BB962C8B-B14F-4D97-AF65-F5344CB8AC3E}">
        <p14:creationId xmlns:p14="http://schemas.microsoft.com/office/powerpoint/2010/main" val="378387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439318-E59E-9789-2858-CF80F7BA6B63}"/>
              </a:ext>
            </a:extLst>
          </p:cNvPr>
          <p:cNvSpPr txBox="1"/>
          <p:nvPr/>
        </p:nvSpPr>
        <p:spPr>
          <a:xfrm>
            <a:off x="2153265" y="1230856"/>
            <a:ext cx="52799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dashboard was divided into four analytical pages: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Global Overview Dashboard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Regional &amp; Language Insights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Country Drill-through Analysis 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Currency &amp; Comparative Insights 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Each page was designed to answer different business and travel-related questions interactively.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45B3E-D4A7-8A40-CC72-4FBF6F3458AA}"/>
              </a:ext>
            </a:extLst>
          </p:cNvPr>
          <p:cNvSpPr txBox="1"/>
          <p:nvPr/>
        </p:nvSpPr>
        <p:spPr>
          <a:xfrm>
            <a:off x="2821858" y="45358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415793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645EE6-775D-C0EA-C317-D83755B45268}"/>
              </a:ext>
            </a:extLst>
          </p:cNvPr>
          <p:cNvSpPr txBox="1"/>
          <p:nvPr/>
        </p:nvSpPr>
        <p:spPr>
          <a:xfrm>
            <a:off x="8327924" y="708032"/>
            <a:ext cx="38640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This dashboard provides a high-level overview of global country statistics and population trends.</a:t>
            </a:r>
          </a:p>
          <a:p>
            <a:pPr>
              <a:buNone/>
            </a:pPr>
            <a:r>
              <a:rPr lang="en-US" b="1" dirty="0">
                <a:solidFill>
                  <a:srgbClr val="FFC000"/>
                </a:solidFill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Asia holds the largest share of the global population.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India and China rank among the most populated countries.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distribution differs significantly across continents.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Some countries have very large land areas but relatively small populations. 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KPI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comparison 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Global map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Country overview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02E58-39CF-01A6-406D-3F91D733A1EA}"/>
              </a:ext>
            </a:extLst>
          </p:cNvPr>
          <p:cNvSpPr txBox="1"/>
          <p:nvPr/>
        </p:nvSpPr>
        <p:spPr>
          <a:xfrm>
            <a:off x="3333135" y="709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Executive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1964D-F451-1260-410B-D5E77F670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1" y="594192"/>
            <a:ext cx="8038700" cy="612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9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6DFD7-E858-5B34-E82C-5DF2A3E9F086}"/>
              </a:ext>
            </a:extLst>
          </p:cNvPr>
          <p:cNvSpPr txBox="1"/>
          <p:nvPr/>
        </p:nvSpPr>
        <p:spPr>
          <a:xfrm>
            <a:off x="8091948" y="523220"/>
            <a:ext cx="38345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This dashboard focuses on comparing regions using population, density, and language-related insights. 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Key Insights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Africa shows strong population growth trends.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Europe contains many countries with moderate population density.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Regional language diversity varies across continents.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concentration is uneven across global regions. </a:t>
            </a:r>
          </a:p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Analysis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Population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Regional density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Country distribution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Linguistic diversity trends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425C8-A3CE-4253-C4EF-7AF4155053B7}"/>
              </a:ext>
            </a:extLst>
          </p:cNvPr>
          <p:cNvSpPr txBox="1"/>
          <p:nvPr/>
        </p:nvSpPr>
        <p:spPr>
          <a:xfrm>
            <a:off x="4011561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Regional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44E89-2738-8FA0-C8EE-AA4B674CB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3" y="523220"/>
            <a:ext cx="7761529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4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CE7240-639C-FA75-48EB-66A9367272CA}"/>
              </a:ext>
            </a:extLst>
          </p:cNvPr>
          <p:cNvSpPr txBox="1"/>
          <p:nvPr/>
        </p:nvSpPr>
        <p:spPr>
          <a:xfrm>
            <a:off x="8367252" y="660567"/>
            <a:ext cx="38247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This page allows users to explore detailed information about individual countries.</a:t>
            </a:r>
          </a:p>
          <a:p>
            <a:pPr>
              <a:buNone/>
            </a:pPr>
            <a:r>
              <a:rPr lang="en-US" b="1" dirty="0">
                <a:solidFill>
                  <a:srgbClr val="FFC000"/>
                </a:solidFill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Countries differ greatly in population density and area size.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Some countries share common currencies and regional characteristics.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Drill-through functionality improves interactive exploration. 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Country-level KPIs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Currency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Regional classification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Detailed country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5FB98-9CB0-516A-3D2C-A5BABF69FE88}"/>
              </a:ext>
            </a:extLst>
          </p:cNvPr>
          <p:cNvSpPr txBox="1"/>
          <p:nvPr/>
        </p:nvSpPr>
        <p:spPr>
          <a:xfrm>
            <a:off x="3795251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2"/>
                </a:solidFill>
              </a:rPr>
              <a:t>Country Deep Dive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6964F-2639-17DE-C8A7-4339DCF94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" y="523220"/>
            <a:ext cx="8235608" cy="622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84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0DD3B-E132-190E-79C0-82779949598A}"/>
              </a:ext>
            </a:extLst>
          </p:cNvPr>
          <p:cNvSpPr txBox="1"/>
          <p:nvPr/>
        </p:nvSpPr>
        <p:spPr>
          <a:xfrm>
            <a:off x="8436078" y="908069"/>
            <a:ext cx="38345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This dashboard provides broader analytical insights into global population and regional patterns.</a:t>
            </a:r>
          </a:p>
          <a:p>
            <a:pPr>
              <a:buNone/>
            </a:pPr>
            <a:r>
              <a:rPr lang="en-US" b="1" dirty="0">
                <a:solidFill>
                  <a:srgbClr val="FFC000"/>
                </a:solidFill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Population is highly concentrated in a few major regions.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Density patterns vary significantly across continents.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Smaller regions contribute less to global population share. 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/>
                </a:solidFill>
              </a:rPr>
              <a:t>Treemap</a:t>
            </a:r>
            <a:r>
              <a:rPr lang="en-US" b="1" dirty="0">
                <a:solidFill>
                  <a:schemeClr val="bg2"/>
                </a:solidFill>
              </a:rPr>
              <a:t>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Comparative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Regional breakdown exploration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30C19-B18F-AFFF-672E-16D70D89167B}"/>
              </a:ext>
            </a:extLst>
          </p:cNvPr>
          <p:cNvSpPr txBox="1"/>
          <p:nvPr/>
        </p:nvSpPr>
        <p:spPr>
          <a:xfrm>
            <a:off x="3972231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2"/>
                </a:solidFill>
              </a:rPr>
              <a:t>Global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E21663-C408-7A71-302B-04A06B91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9" y="523220"/>
            <a:ext cx="8329940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4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158BC-2519-87E9-DDD7-C9B1C92EAF3A}"/>
              </a:ext>
            </a:extLst>
          </p:cNvPr>
          <p:cNvSpPr txBox="1"/>
          <p:nvPr/>
        </p:nvSpPr>
        <p:spPr>
          <a:xfrm>
            <a:off x="2359741" y="1016133"/>
            <a:ext cx="67842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The dashboard provides an interactive platform for analyzing global travel data efficiently.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Business value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Faster access to country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Better travel planning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Improved user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Easier country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Centralized travel intelligence 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The project also demonstrates how data visualization can transform raw data into actionable insights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7C6AE-DBC6-30CC-A73E-E5A49AD81211}"/>
              </a:ext>
            </a:extLst>
          </p:cNvPr>
          <p:cNvSpPr txBox="1"/>
          <p:nvPr/>
        </p:nvSpPr>
        <p:spPr>
          <a:xfrm>
            <a:off x="3234813" y="2077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2"/>
                </a:solidFill>
              </a:rPr>
              <a:t>Analysis &amp;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106757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3FC2C-61E8-5CED-EA19-26071215BC7C}"/>
              </a:ext>
            </a:extLst>
          </p:cNvPr>
          <p:cNvSpPr txBox="1"/>
          <p:nvPr/>
        </p:nvSpPr>
        <p:spPr>
          <a:xfrm>
            <a:off x="2576051" y="129407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To improve the platform further, </a:t>
            </a:r>
            <a:r>
              <a:rPr lang="en-US" b="1" dirty="0" err="1">
                <a:solidFill>
                  <a:schemeClr val="bg2"/>
                </a:solidFill>
              </a:rPr>
              <a:t>TripLens</a:t>
            </a:r>
            <a:r>
              <a:rPr lang="en-US" b="1" dirty="0">
                <a:solidFill>
                  <a:schemeClr val="bg2"/>
                </a:solidFill>
              </a:rPr>
              <a:t> Global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Integrate real-time tourism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Add weather and travel safety analytics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Include tourism spending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Introduce predictive travel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Expand dashboard personalization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0AB3C-C600-8234-E454-8B1C223EBEE3}"/>
              </a:ext>
            </a:extLst>
          </p:cNvPr>
          <p:cNvSpPr txBox="1"/>
          <p:nvPr/>
        </p:nvSpPr>
        <p:spPr>
          <a:xfrm>
            <a:off x="3303639" y="237274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2"/>
                </a:solidFill>
              </a:rPr>
              <a:t>Recommendations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6116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68124B-D95A-0402-EBA3-43F60C4AF819}"/>
              </a:ext>
            </a:extLst>
          </p:cNvPr>
          <p:cNvSpPr txBox="1"/>
          <p:nvPr/>
        </p:nvSpPr>
        <p:spPr>
          <a:xfrm>
            <a:off x="3244645" y="799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B561C-5816-19C8-A756-BCAE17B7D3D6}"/>
              </a:ext>
            </a:extLst>
          </p:cNvPr>
          <p:cNvSpPr txBox="1"/>
          <p:nvPr/>
        </p:nvSpPr>
        <p:spPr>
          <a:xfrm>
            <a:off x="1917290" y="110471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The </a:t>
            </a:r>
            <a:r>
              <a:rPr lang="en-US" b="1" dirty="0" err="1">
                <a:solidFill>
                  <a:schemeClr val="bg2"/>
                </a:solidFill>
              </a:rPr>
              <a:t>TripLens</a:t>
            </a:r>
            <a:r>
              <a:rPr lang="en-US" b="1" dirty="0">
                <a:solidFill>
                  <a:schemeClr val="bg2"/>
                </a:solidFill>
              </a:rPr>
              <a:t> Countries Explorer project successfully transformed raw country data into an interactive and user-friendly analytics solution.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The dashboards provide: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centralized country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regional comparisons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interactive country exploration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travel-focused analytics </a:t>
            </a:r>
          </a:p>
          <a:p>
            <a:pPr>
              <a:buNone/>
            </a:pPr>
            <a:r>
              <a:rPr lang="en-US" b="1" dirty="0">
                <a:solidFill>
                  <a:schemeClr val="bg2"/>
                </a:solidFill>
              </a:rPr>
              <a:t>The project demonstrates how data visualization and analytics can support better travel planning and improve user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1962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677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TripLens Countries Explorer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LOVETH ILEN</dc:creator>
  <cp:lastModifiedBy>LOVETH ILEN</cp:lastModifiedBy>
  <cp:revision>2</cp:revision>
  <dcterms:created xsi:type="dcterms:W3CDTF">2026-05-07T02:59:00Z</dcterms:created>
  <dcterms:modified xsi:type="dcterms:W3CDTF">2026-05-07T04:15:39Z</dcterms:modified>
</cp:coreProperties>
</file>